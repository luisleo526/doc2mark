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2025 — Prepared by Analytics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 reached $12.5M</a:t>
            </a:r>
          </a:p>
          <a:p>
            <a:r>
              <a:t>Growth rate: 15% QoQ</a:t>
            </a:r>
          </a:p>
          <a:p>
            <a:r>
              <a:t>Target exceeded by 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count: 2,500</a:t>
            </a:r>
          </a:p>
          <a:p>
            <a:r>
              <a:t>NPS: 72</a:t>
            </a:r>
          </a:p>
          <a:p>
            <a:r>
              <a:t>Churn: 3.2%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